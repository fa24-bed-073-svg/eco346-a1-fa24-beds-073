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260" y="3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E"/>
                </a:solidFill>
                <a:latin typeface="Aptos Display"/>
              </a:defRPr>
            </a:pPr>
            <a:r>
              <a:t>Annual Earnings in Punjab Urban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  <a:latin typeface="Aptos"/>
              </a:defRPr>
            </a:pPr>
            <a:r>
              <a:t>ECO346 · Assignment 1 · 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029200" cy="20116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B304E"/>
                </a:solidFill>
                <a:latin typeface="Aptos"/>
              </a:defRPr>
            </a:pPr>
            <a:r>
              <a:t>Variant 1: Punjab Urban</a:t>
            </a:r>
          </a:p>
          <a:p>
            <a:pPr>
              <a:spcAft>
                <a:spcPts val="700"/>
              </a:spcAft>
              <a:defRPr sz="2100" b="0">
                <a:solidFill>
                  <a:srgbClr val="1B304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2100" b="0">
                <a:solidFill>
                  <a:srgbClr val="1B304E"/>
                </a:solidFill>
                <a:latin typeface="Aptos"/>
              </a:defRPr>
            </a:pPr>
            <a:r>
              <a:t>Sample: working people aged 15–64 with annual earnings above zero.</a:t>
            </a:r>
          </a:p>
          <a:p>
            <a:pPr>
              <a:spcAft>
                <a:spcPts val="700"/>
              </a:spcAft>
              <a:defRPr sz="2100" b="0">
                <a:solidFill>
                  <a:srgbClr val="1B304E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2100" b="0">
                <a:solidFill>
                  <a:srgbClr val="1B304E"/>
                </a:solidFill>
                <a:latin typeface="Aptos"/>
              </a:defRPr>
            </a:pPr>
            <a:r>
              <a:t>Data: PSLM 2019–20 person and household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1C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12280" y="2148840"/>
            <a:ext cx="3931920" cy="4572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C7D82"/>
                </a:solidFill>
                <a:latin typeface="Aptos"/>
              </a:defRPr>
            </a:pPr>
            <a:r>
              <a:t>3,768 earners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788920"/>
            <a:ext cx="3931920" cy="11887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Weighted median: Rs 240,000</a:t>
            </a:r>
          </a:p>
          <a:p>
            <a:pPr algn="ctr"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Weighted p10: Rs 96,000</a:t>
            </a:r>
          </a:p>
          <a:p>
            <a:pPr algn="ctr"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Weighted p90: Rs 660,000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6E78"/>
                </a:solidFill>
                <a:latin typeface="Aptos"/>
              </a:defRPr>
            </a:pPr>
            <a:r>
              <a:t>All statistics use household weights (hhweight), unless stated otherwise.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E"/>
                </a:solidFill>
                <a:latin typeface="Aptos Display"/>
              </a:defRPr>
            </a:pPr>
            <a:r>
              <a:t>How are annual earnings distributed?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  <a:latin typeface="Aptos"/>
              </a:defRPr>
            </a:pPr>
            <a:r>
              <a:t>Question 2 · Earnings are spread widely across the sample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6675120" cy="4480560"/>
          </a:xfrm>
          <a:prstGeom prst="roundRect">
            <a:avLst/>
          </a:prstGeom>
          <a:solidFill>
            <a:srgbClr val="EFF5F7"/>
          </a:solidFill>
          <a:ln>
            <a:solidFill>
              <a:srgbClr val="1C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B304E"/>
                </a:solidFill>
              </a:defRPr>
            </a:pPr>
            <a:r>
              <a:t>Figure 2: Weighted earnings distribution</a:t>
            </a:r>
          </a:p>
          <a:p>
            <a:pPr>
              <a:defRPr sz="1200">
                <a:solidFill>
                  <a:srgbClr val="646E78"/>
                </a:solidFill>
              </a:defRPr>
            </a:pPr>
            <a:endParaRPr/>
          </a:p>
          <a:p>
            <a:r>
              <a:t>Insert your figure 2: weighted earnings distribution SVG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691640"/>
            <a:ext cx="3840480" cy="34747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Key statistics</a:t>
            </a:r>
          </a:p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• Earners: 3,768</a:t>
            </a:r>
          </a:p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• Weighted median: Rs 240,000</a:t>
            </a:r>
          </a:p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• Unweighted median: Rs 240,000</a:t>
            </a:r>
          </a:p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• Weighted p10: Rs 96,000</a:t>
            </a:r>
          </a:p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• Weighted p90: Rs 660,000</a:t>
            </a:r>
          </a:p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• p90 / p10: 6.88</a:t>
            </a:r>
          </a:p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• Excluded from histogram range: 25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68" y="1316736"/>
            <a:ext cx="6982112" cy="46029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E"/>
                </a:solidFill>
                <a:latin typeface="Aptos Display"/>
              </a:defRPr>
            </a:pPr>
            <a:r>
              <a:t>Earnings generally rise with 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  <a:latin typeface="Aptos"/>
              </a:defRPr>
            </a:pPr>
            <a:r>
              <a:t>Question 3 · Weighted means by five-year age band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486400" cy="4389120"/>
          </a:xfrm>
          <a:prstGeom prst="roundRect">
            <a:avLst/>
          </a:prstGeom>
          <a:solidFill>
            <a:srgbClr val="EFF5F7"/>
          </a:solidFill>
          <a:ln>
            <a:solidFill>
              <a:srgbClr val="1C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B304E"/>
                </a:solidFill>
              </a:defRPr>
            </a:pPr>
            <a:r>
              <a:t>Redesigned Figure 3</a:t>
            </a:r>
          </a:p>
          <a:p>
            <a:pPr>
              <a:defRPr sz="1200">
                <a:solidFill>
                  <a:srgbClr val="646E78"/>
                </a:solidFill>
              </a:defRPr>
            </a:pPr>
            <a:endParaRPr/>
          </a:p>
          <a:p>
            <a:r>
              <a:t>Insert your redesigned figure 3 SVG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5029200" cy="10972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46E78"/>
                </a:solidFill>
                <a:latin typeface="Aptos"/>
              </a:defRPr>
            </a:pPr>
            <a:r>
              <a:t>Highest weighted 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057400"/>
            <a:ext cx="502920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7D82"/>
                </a:solidFill>
                <a:latin typeface="Aptos"/>
              </a:defRPr>
            </a:pPr>
            <a:r>
              <a:t>Ages 55–59: Rs 523,751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880360"/>
            <a:ext cx="4937760" cy="21031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25–29 band: Rs 320,776</a:t>
            </a:r>
          </a:p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45–49 band: Rs 465,073</a:t>
            </a:r>
          </a:p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2D3741"/>
                </a:solidFill>
                <a:latin typeface="Aptos"/>
              </a:defRPr>
            </a:pPr>
            <a:r>
              <a:t>The pattern is not perfectly smooth: mean earnings dip in some age bands.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5166360"/>
            <a:ext cx="493776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46E78"/>
                </a:solidFill>
                <a:latin typeface="Aptos"/>
              </a:defRPr>
            </a:pPr>
            <a:r>
              <a:t>This is an association, not proof that age causes higher earnings.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95" y="1371600"/>
            <a:ext cx="6075005" cy="4579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B304E"/>
                </a:solidFill>
                <a:latin typeface="Aptos Display"/>
              </a:defRPr>
            </a:pPr>
            <a:r>
              <a:t>The makeover: default vs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  <a:latin typeface="Aptos"/>
              </a:defRPr>
            </a:pPr>
            <a:r>
              <a:t>Question 4 · Better visual encoding makes the pattern easier to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21208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646E78"/>
                </a:solidFill>
                <a:latin typeface="Aptos"/>
              </a:defRPr>
            </a:pPr>
            <a:r>
              <a:t>DEFAULT FIGURE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C7D82"/>
                </a:solidFill>
                <a:latin typeface="Aptos"/>
              </a:defRPr>
            </a:pPr>
            <a:r>
              <a:t>REDESIGNED FIGURE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40680" cy="3429000"/>
          </a:xfrm>
          <a:prstGeom prst="roundRect">
            <a:avLst/>
          </a:prstGeom>
          <a:solidFill>
            <a:srgbClr val="EFF5F7"/>
          </a:solidFill>
          <a:ln>
            <a:solidFill>
              <a:srgbClr val="1C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B304E"/>
                </a:solidFill>
              </a:defRPr>
            </a:pPr>
            <a:r>
              <a:rPr dirty="0"/>
              <a:t>Default scatter plot</a:t>
            </a:r>
          </a:p>
          <a:p>
            <a:pPr>
              <a:defRPr sz="1200">
                <a:solidFill>
                  <a:srgbClr val="646E78"/>
                </a:solidFill>
              </a:defRPr>
            </a:pPr>
            <a:endParaRPr dirty="0"/>
          </a:p>
          <a:p>
            <a:r>
              <a:rPr dirty="0"/>
              <a:t>Insert your default scatter plot SVG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440680" cy="3429000"/>
          </a:xfrm>
          <a:prstGeom prst="roundRect">
            <a:avLst/>
          </a:prstGeom>
          <a:solidFill>
            <a:srgbClr val="EFF5F7"/>
          </a:solidFill>
          <a:ln>
            <a:solidFill>
              <a:srgbClr val="1C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B304E"/>
                </a:solidFill>
              </a:defRPr>
            </a:pPr>
            <a:r>
              <a:t>Redesigned age-earnings plot</a:t>
            </a:r>
          </a:p>
          <a:p>
            <a:pPr>
              <a:defRPr sz="1200">
                <a:solidFill>
                  <a:srgbClr val="646E78"/>
                </a:solidFill>
              </a:defRPr>
            </a:pPr>
            <a:endParaRPr/>
          </a:p>
          <a:p>
            <a:r>
              <a:t>Insert your redesigned age-earnings plot SVG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98480" cy="9144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D3741"/>
                </a:solidFill>
                <a:latin typeface="Aptos"/>
              </a:defRPr>
            </a:pPr>
            <a:r>
              <a:t>Redesign changes: (1) log y-axis reveals variation across a wide earnings range; (2) transparency and jitter reduce overplotting in individual points; (3) weighted age-band means summarise the trend; (4) clearer labels and a finding-led title improve communication. The default reveals individual observations and spread within each age.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98" y="1572769"/>
            <a:ext cx="5686562" cy="36088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768" y="1600199"/>
            <a:ext cx="5653531" cy="34747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315</Words>
  <Application>Microsoft Office PowerPoint</Application>
  <PresentationFormat>Widescreen</PresentationFormat>
  <Paragraphs>49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Khadija Khalil</dc:creator>
  <cp:keywords/>
  <dc:description>generated using python-pptx</dc:description>
  <cp:lastModifiedBy>Khadija Khalil</cp:lastModifiedBy>
  <cp:revision>2</cp:revision>
  <dcterms:created xsi:type="dcterms:W3CDTF">2013-01-27T09:14:16Z</dcterms:created>
  <dcterms:modified xsi:type="dcterms:W3CDTF">2026-10-23T19:22:34Z</dcterms:modified>
  <cp:category/>
</cp:coreProperties>
</file>